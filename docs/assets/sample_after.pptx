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slide slowly — leadership cares about Q4 dates. Mention the EMEA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show zero differences — a control for the diff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roadmap-2026-final" TargetMode="External"/><Relationship Id="rId3" Type="http://schemas.openxmlformats.org/officeDocument/2006/relationships/chart" Target="/ppt/charts/chart2.xml"/><Relationship Id="rId2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stable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6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Business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Strategy &amp; Finance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 15% year over year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down to 4.1%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new markets launched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28346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96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 for a record Q4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2026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4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$4.1M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$4.6M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Churn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4.3%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4.1%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New logos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Showcase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2A6F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roadmap and details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92240" y="1417320"/>
            <a:ext cx="2011680" cy="8229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note wraps across lines inside a narrow box.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4892040"/>
            <a:ext cx="4206240" cy="1051560"/>
          </a:xfrm>
          <a:prstGeom prst="rect">
            <a:avLst/>
          </a:prstGeom>
          <a:noFill/>
          <a:ln w="38100">
            <a:solidFill>
              <a:srgbClr val="C968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for GA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final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502920"/>
            <a:ext cx="2926080" cy="173736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23160"/>
          <a:ext cx="5669280" cy="91440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Region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4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AMER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3E7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3E7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E7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E7C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A. Chen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F3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EMEA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R. Diaz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Blocked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503920" y="2423160"/>
          <a:ext cx="29260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E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Slide (control)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2A6FD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Unchanged reference link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4206240" cy="1051560"/>
          </a:xfrm>
          <a:prstGeom prst="rect">
            <a:avLst/>
          </a:prstGeom>
          <a:noFill/>
          <a:ln w="19050">
            <a:solidFill>
              <a:srgbClr val="8A82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here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03120"/>
            <a:ext cx="2377440" cy="146304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65760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4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Uptime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99.98%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generation and payment retry logic.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New-user activation steps and drop-off metrics.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pptxdiff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After</dc:title>
  <dc:subject>PptxGenJS Presentation</dc:subject>
  <dc:creator>pptxdiff</dc:creator>
  <cp:lastModifiedBy>pptxdiff</cp:lastModifiedBy>
  <cp:revision>1</cp:revision>
  <dcterms:created xsi:type="dcterms:W3CDTF">2026-07-21T23:55:53Z</dcterms:created>
  <dcterms:modified xsi:type="dcterms:W3CDTF">2026-07-21T23:55:53Z</dcterms:modified>
</cp:coreProperties>
</file>