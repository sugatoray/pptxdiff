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C1</c:v>
                  </c:pt>
                  <c:pt idx="1">
                    <c:v>C2</c:v>
                  </c:pt>
                  <c:pt idx="2">
                    <c:v>C3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slide slowly — leadership cares about Q4 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should show zero differences — a control for the diff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roadmap-2026-draft" TargetMode="External"/><Relationship Id="rId3" Type="http://schemas.openxmlformats.org/officeDocument/2006/relationships/chart" Target="/ppt/charts/chart1.xml"/><Relationship Id="rId2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stable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1E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Business Review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the Strategy Team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F1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 12% year over year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F1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down to 4.1%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1F1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new markets launched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0" y="448056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9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— internal only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6263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9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2026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16052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Q2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Q3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4D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Revenue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$4.1M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$4.6M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Churn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4.3%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4.1%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E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Showcase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85800" y="1463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2A6FD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roadmap and details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92240" y="1417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note wraps across lines inside a narrow box.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4892040"/>
            <a:ext cx="4206240" cy="1051560"/>
          </a:xfrm>
          <a:prstGeom prst="rect">
            <a:avLst/>
          </a:prstGeom>
          <a:noFill/>
          <a:ln w="12700">
            <a:solidFill>
              <a:srgbClr val="3E7C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 for GA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draft v1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02920"/>
            <a:ext cx="2926080" cy="173736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423160"/>
          <a:ext cx="566928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Region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Status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E4D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AMER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A. Chen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4F3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EMEA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R. Diaz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At risk</a:t>
                      </a:r>
                      <a:endParaRPr lang="en-US" sz="13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EF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8503920" y="242316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E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Slide (control)</a:t>
            </a:r>
            <a:endParaRPr lang="en-US" sz="32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85800" y="1463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2A6FD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Unchanged reference link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2103120"/>
            <a:ext cx="4206240" cy="1051560"/>
          </a:xfrm>
          <a:prstGeom prst="rect">
            <a:avLst/>
          </a:prstGeom>
          <a:noFill/>
          <a:ln w="19050">
            <a:solidFill>
              <a:srgbClr val="8A82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changes here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03120"/>
            <a:ext cx="2377440" cy="146304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657600"/>
          <a:ext cx="56692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Value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E4D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Uptime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99.98%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Deprecated Process (remove in v2)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workflow was retired ahead of the v2 review.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New-user activation steps and drop-off metrics.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Billing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generation and payment retry logic.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pptxdiff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Before</dc:title>
  <dc:subject>PptxGenJS Presentation</dc:subject>
  <dc:creator>pptxdiff</dc:creator>
  <cp:lastModifiedBy>pptxdiff</cp:lastModifiedBy>
  <cp:revision>1</cp:revision>
  <dcterms:created xsi:type="dcterms:W3CDTF">2026-07-21T23:55:53Z</dcterms:created>
  <dcterms:modified xsi:type="dcterms:W3CDTF">2026-07-21T23:55:53Z</dcterms:modified>
</cp:coreProperties>
</file>